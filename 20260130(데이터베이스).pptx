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78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22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5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7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2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15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20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60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71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8A6D2-FCBE-4A65-B0AA-8D506DBC47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FA8FD-6DE2-4271-B3AF-1B8FEA1DF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23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6" y="62762"/>
            <a:ext cx="11286014" cy="6133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5584" y="630081"/>
            <a:ext cx="3886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구글 검색 창에 </a:t>
            </a:r>
            <a:r>
              <a:rPr lang="en-US" altLang="ko-KR" dirty="0" smtClean="0">
                <a:solidFill>
                  <a:srgbClr val="FF0000"/>
                </a:solidFill>
              </a:rPr>
              <a:t>“dbdiagram.io” </a:t>
            </a:r>
            <a:r>
              <a:rPr lang="ko-KR" altLang="en-US" dirty="0" smtClean="0">
                <a:solidFill>
                  <a:srgbClr val="FF0000"/>
                </a:solidFill>
              </a:rPr>
              <a:t>검색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25585" y="2305396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이 사이트로 접속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46660" y="914400"/>
            <a:ext cx="5120641" cy="32429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440872" y="1937217"/>
            <a:ext cx="3264132" cy="2739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79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20" y="483280"/>
            <a:ext cx="11303760" cy="5891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86130" y="3258589"/>
            <a:ext cx="103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rgbClr val="FF0000"/>
                </a:solidFill>
              </a:rPr>
              <a:t>↑ 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237018" y="2834640"/>
            <a:ext cx="1645920" cy="4239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14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1" y="183460"/>
            <a:ext cx="11226862" cy="5909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195" y="3138053"/>
            <a:ext cx="2518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테이블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코드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 smtClean="0">
                <a:solidFill>
                  <a:srgbClr val="FF0000"/>
                </a:solidFill>
              </a:rPr>
              <a:t>→ 테이블 생성 후에도 코드 수정을 통해 </a:t>
            </a:r>
            <a:r>
              <a:rPr lang="ko-KR" altLang="en-US" dirty="0" err="1" smtClean="0">
                <a:solidFill>
                  <a:srgbClr val="FF0000"/>
                </a:solidFill>
              </a:rPr>
              <a:t>테이블명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err="1" smtClean="0">
                <a:solidFill>
                  <a:srgbClr val="FF0000"/>
                </a:solidFill>
              </a:rPr>
              <a:t>개체명</a:t>
            </a:r>
            <a:r>
              <a:rPr lang="ko-KR" altLang="en-US" dirty="0" smtClean="0">
                <a:solidFill>
                  <a:srgbClr val="FF0000"/>
                </a:solidFill>
              </a:rPr>
              <a:t> 수정 가능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2551" y="1082040"/>
            <a:ext cx="2247516" cy="199982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24196" y="3900053"/>
            <a:ext cx="251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테이블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실제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79" y="2336303"/>
            <a:ext cx="3562184" cy="18814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2679" y="4217738"/>
            <a:ext cx="3562184" cy="36933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메모장에서 코드 입력 후 </a:t>
            </a:r>
            <a:r>
              <a:rPr lang="ko-KR" altLang="en-US" dirty="0" err="1" smtClean="0">
                <a:solidFill>
                  <a:srgbClr val="FF0000"/>
                </a:solidFill>
              </a:rPr>
              <a:t>복붙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2717800" y="2921000"/>
            <a:ext cx="5254879" cy="1498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75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66" y="370652"/>
            <a:ext cx="6477332" cy="4931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33411" y="1054384"/>
            <a:ext cx="251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별 표시가 </a:t>
            </a:r>
            <a:r>
              <a:rPr lang="en-US" altLang="ko-KR" dirty="0" smtClean="0">
                <a:solidFill>
                  <a:srgbClr val="FF0000"/>
                </a:solidFill>
              </a:rPr>
              <a:t>N</a:t>
            </a:r>
            <a:r>
              <a:rPr lang="ko-KR" altLang="en-US" dirty="0" smtClean="0">
                <a:solidFill>
                  <a:srgbClr val="FF0000"/>
                </a:solidFill>
              </a:rPr>
              <a:t>임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67521" y="1296689"/>
            <a:ext cx="165890" cy="1640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60400" y="4042372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관계 설정 후 코드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1 &lt; 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31" y="3670300"/>
            <a:ext cx="325800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8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18" y="746501"/>
            <a:ext cx="11345165" cy="5364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26582" y="1967820"/>
            <a:ext cx="3335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← 클릭</a:t>
            </a:r>
            <a:r>
              <a:rPr lang="en-US" altLang="ko-KR" dirty="0" smtClean="0">
                <a:solidFill>
                  <a:srgbClr val="FF0000"/>
                </a:solidFill>
              </a:rPr>
              <a:t>! </a:t>
            </a:r>
            <a:r>
              <a:rPr lang="ko-KR" altLang="en-US" dirty="0" smtClean="0">
                <a:solidFill>
                  <a:srgbClr val="FF0000"/>
                </a:solidFill>
              </a:rPr>
              <a:t>후 </a:t>
            </a:r>
            <a:r>
              <a:rPr lang="en-US" altLang="ko-KR" b="1" u="sng" dirty="0" err="1" smtClean="0">
                <a:solidFill>
                  <a:srgbClr val="FF0000"/>
                </a:solidFill>
              </a:rPr>
              <a:t>Dbeaver</a:t>
            </a:r>
            <a:r>
              <a:rPr lang="en-US" altLang="ko-KR" b="1" u="sng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실행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512298" y="746501"/>
            <a:ext cx="608341" cy="1845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80317" y="377169"/>
            <a:ext cx="500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↓ 완성한 테이블 코드 추출</a:t>
            </a:r>
            <a:r>
              <a:rPr lang="en-US" altLang="ko-KR" dirty="0" smtClean="0">
                <a:solidFill>
                  <a:srgbClr val="FF0000"/>
                </a:solidFill>
              </a:rPr>
              <a:t>(※ </a:t>
            </a:r>
            <a:r>
              <a:rPr lang="ko-KR" altLang="en-US" dirty="0" smtClean="0">
                <a:solidFill>
                  <a:srgbClr val="FF0000"/>
                </a:solidFill>
              </a:rPr>
              <a:t>로그인 필수</a:t>
            </a:r>
            <a:r>
              <a:rPr lang="en-US" altLang="ko-KR" dirty="0" smtClean="0">
                <a:solidFill>
                  <a:srgbClr val="FF0000"/>
                </a:solidFill>
              </a:rPr>
              <a:t>!!)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545548" y="2060224"/>
            <a:ext cx="608341" cy="1845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7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"/>
            <a:ext cx="7708500" cy="4133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10939" y="1578809"/>
            <a:ext cx="251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← ②클릭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81367" y="846254"/>
            <a:ext cx="575091" cy="13464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3406" y="476922"/>
            <a:ext cx="500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↓ ①</a:t>
            </a:r>
            <a:r>
              <a:rPr lang="ko-KR" altLang="en-US" dirty="0" err="1" smtClean="0">
                <a:solidFill>
                  <a:srgbClr val="FF0000"/>
                </a:solidFill>
              </a:rPr>
              <a:t>우클릭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77411" y="1714776"/>
            <a:ext cx="533528" cy="973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646" y="139400"/>
            <a:ext cx="7101445" cy="388138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79" y="3618123"/>
            <a:ext cx="5601601" cy="3111343"/>
          </a:xfrm>
          <a:prstGeom prst="rect">
            <a:avLst/>
          </a:prstGeom>
        </p:spPr>
      </p:pic>
      <p:cxnSp>
        <p:nvCxnSpPr>
          <p:cNvPr id="12" name="직선 화살표 연결선 11"/>
          <p:cNvCxnSpPr>
            <a:stCxn id="6" idx="1"/>
          </p:cNvCxnSpPr>
          <p:nvPr/>
        </p:nvCxnSpPr>
        <p:spPr>
          <a:xfrm flipV="1">
            <a:off x="2310939" y="1313412"/>
            <a:ext cx="3286383" cy="450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0686165" y="1194038"/>
            <a:ext cx="202488" cy="11937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0558402" y="822320"/>
            <a:ext cx="123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↓ ③클릭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3016900" y="1309589"/>
            <a:ext cx="7541504" cy="3195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1015411" y="4532163"/>
            <a:ext cx="3539964" cy="10930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98163" y="4141384"/>
            <a:ext cx="121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↓ ④선택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9248507" y="3707253"/>
            <a:ext cx="751703" cy="1581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9112680" y="3913807"/>
            <a:ext cx="171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⑤클릭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79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65"/>
            <a:ext cx="10281522" cy="5544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5411" y="1784922"/>
            <a:ext cx="148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← ①클릭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04551" y="1596638"/>
            <a:ext cx="575091" cy="13464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9694" y="1899441"/>
            <a:ext cx="533528" cy="973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526005" y="796236"/>
            <a:ext cx="123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②클릭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704551" y="633526"/>
            <a:ext cx="440133" cy="1229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264371" y="1479296"/>
            <a:ext cx="165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← ③ 선택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4617" y="3073584"/>
            <a:ext cx="635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관계 설정된 테이블 지울 때 유의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76275" y="1848628"/>
            <a:ext cx="635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Foreign Key(</a:t>
            </a:r>
            <a:r>
              <a:rPr lang="ko-KR" altLang="en-US" dirty="0" err="1" smtClean="0">
                <a:solidFill>
                  <a:srgbClr val="FF0000"/>
                </a:solidFill>
              </a:rPr>
              <a:t>외래키</a:t>
            </a:r>
            <a:r>
              <a:rPr lang="en-US" altLang="ko-KR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>
                <a:solidFill>
                  <a:srgbClr val="FF0000"/>
                </a:solidFill>
              </a:rPr>
              <a:t>조회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60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112</Words>
  <Application>Microsoft Office PowerPoint</Application>
  <PresentationFormat>와이드스크린</PresentationFormat>
  <Paragraphs>21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10</cp:revision>
  <dcterms:created xsi:type="dcterms:W3CDTF">2026-01-30T02:38:15Z</dcterms:created>
  <dcterms:modified xsi:type="dcterms:W3CDTF">2026-01-30T06:44:37Z</dcterms:modified>
</cp:coreProperties>
</file>